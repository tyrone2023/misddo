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7"/>
  </p:notesMasterIdLst>
  <p:sldIdLst>
    <p:sldId id="283" r:id="rId2"/>
    <p:sldId id="257" r:id="rId3"/>
    <p:sldId id="292" r:id="rId4"/>
    <p:sldId id="295" r:id="rId5"/>
    <p:sldId id="296" r:id="rId6"/>
  </p:sldIdLst>
  <p:sldSz cx="9144000" cy="5143500" type="screen16x9"/>
  <p:notesSz cx="6858000" cy="9144000"/>
  <p:embeddedFontLst>
    <p:embeddedFont>
      <p:font typeface="Barlow" panose="00000500000000000000" pitchFamily="2" charset="0"/>
      <p:regular r:id="rId8"/>
      <p:bold r:id="rId9"/>
      <p:italic r:id="rId10"/>
      <p:boldItalic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C0CBC8-F10D-4312-A6D4-23D71F6A7BBB}" v="2" dt="2023-06-21T03:30:22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lito Edong" userId="5033f753-8760-4da2-96e0-03dbe94e9b94" providerId="ADAL" clId="{2CC0CBC8-F10D-4312-A6D4-23D71F6A7BBB}"/>
    <pc:docChg chg="custSel addSld delSld modSld">
      <pc:chgData name="Joselito Edong" userId="5033f753-8760-4da2-96e0-03dbe94e9b94" providerId="ADAL" clId="{2CC0CBC8-F10D-4312-A6D4-23D71F6A7BBB}" dt="2023-06-21T03:39:31.748" v="652" actId="20577"/>
      <pc:docMkLst>
        <pc:docMk/>
      </pc:docMkLst>
      <pc:sldChg chg="addSp delSp modSp mod">
        <pc:chgData name="Joselito Edong" userId="5033f753-8760-4da2-96e0-03dbe94e9b94" providerId="ADAL" clId="{2CC0CBC8-F10D-4312-A6D4-23D71F6A7BBB}" dt="2023-06-21T03:29:38.360" v="164" actId="5793"/>
        <pc:sldMkLst>
          <pc:docMk/>
          <pc:sldMk cId="0" sldId="257"/>
        </pc:sldMkLst>
        <pc:spChg chg="mod">
          <ac:chgData name="Joselito Edong" userId="5033f753-8760-4da2-96e0-03dbe94e9b94" providerId="ADAL" clId="{2CC0CBC8-F10D-4312-A6D4-23D71F6A7BBB}" dt="2023-06-21T03:26:59.712" v="16" actId="20577"/>
          <ac:spMkLst>
            <pc:docMk/>
            <pc:sldMk cId="0" sldId="257"/>
            <ac:spMk id="68" creationId="{00000000-0000-0000-0000-000000000000}"/>
          </ac:spMkLst>
        </pc:spChg>
        <pc:spChg chg="mod">
          <ac:chgData name="Joselito Edong" userId="5033f753-8760-4da2-96e0-03dbe94e9b94" providerId="ADAL" clId="{2CC0CBC8-F10D-4312-A6D4-23D71F6A7BBB}" dt="2023-06-21T03:29:38.360" v="164" actId="5793"/>
          <ac:spMkLst>
            <pc:docMk/>
            <pc:sldMk cId="0" sldId="257"/>
            <ac:spMk id="73" creationId="{00000000-0000-0000-0000-000000000000}"/>
          </ac:spMkLst>
        </pc:spChg>
        <pc:picChg chg="add mod">
          <ac:chgData name="Joselito Edong" userId="5033f753-8760-4da2-96e0-03dbe94e9b94" providerId="ADAL" clId="{2CC0CBC8-F10D-4312-A6D4-23D71F6A7BBB}" dt="2023-06-21T03:29:07.683" v="99" actId="1036"/>
          <ac:picMkLst>
            <pc:docMk/>
            <pc:sldMk cId="0" sldId="257"/>
            <ac:picMk id="3" creationId="{8C7D3F14-9670-89BC-312B-49118265CA71}"/>
          </ac:picMkLst>
        </pc:picChg>
        <pc:picChg chg="del">
          <ac:chgData name="Joselito Edong" userId="5033f753-8760-4da2-96e0-03dbe94e9b94" providerId="ADAL" clId="{2CC0CBC8-F10D-4312-A6D4-23D71F6A7BBB}" dt="2023-06-21T03:28:07.014" v="93" actId="478"/>
          <ac:picMkLst>
            <pc:docMk/>
            <pc:sldMk cId="0" sldId="257"/>
            <ac:picMk id="4" creationId="{F13CF593-61F8-D9FA-ACD2-D00ED2E103B9}"/>
          </ac:picMkLst>
        </pc:picChg>
        <pc:picChg chg="add mod">
          <ac:chgData name="Joselito Edong" userId="5033f753-8760-4da2-96e0-03dbe94e9b94" providerId="ADAL" clId="{2CC0CBC8-F10D-4312-A6D4-23D71F6A7BBB}" dt="2023-06-21T03:29:01.201" v="98" actId="1076"/>
          <ac:picMkLst>
            <pc:docMk/>
            <pc:sldMk cId="0" sldId="257"/>
            <ac:picMk id="6" creationId="{999219A3-1366-17BD-B9A8-2168D2A457E5}"/>
          </ac:picMkLst>
        </pc:picChg>
      </pc:sldChg>
      <pc:sldChg chg="addSp delSp modSp mod">
        <pc:chgData name="Joselito Edong" userId="5033f753-8760-4da2-96e0-03dbe94e9b94" providerId="ADAL" clId="{2CC0CBC8-F10D-4312-A6D4-23D71F6A7BBB}" dt="2023-06-21T03:33:33.249" v="333" actId="14100"/>
        <pc:sldMkLst>
          <pc:docMk/>
          <pc:sldMk cId="3468065758" sldId="292"/>
        </pc:sldMkLst>
        <pc:spChg chg="del">
          <ac:chgData name="Joselito Edong" userId="5033f753-8760-4da2-96e0-03dbe94e9b94" providerId="ADAL" clId="{2CC0CBC8-F10D-4312-A6D4-23D71F6A7BBB}" dt="2023-06-21T03:30:04.381" v="194" actId="478"/>
          <ac:spMkLst>
            <pc:docMk/>
            <pc:sldMk cId="3468065758" sldId="292"/>
            <ac:spMk id="3" creationId="{C6731099-320F-6024-5402-7B8E566C9328}"/>
          </ac:spMkLst>
        </pc:spChg>
        <pc:spChg chg="mod">
          <ac:chgData name="Joselito Edong" userId="5033f753-8760-4da2-96e0-03dbe94e9b94" providerId="ADAL" clId="{2CC0CBC8-F10D-4312-A6D4-23D71F6A7BBB}" dt="2023-06-21T03:29:59.929" v="193" actId="20577"/>
          <ac:spMkLst>
            <pc:docMk/>
            <pc:sldMk cId="3468065758" sldId="292"/>
            <ac:spMk id="68" creationId="{00000000-0000-0000-0000-000000000000}"/>
          </ac:spMkLst>
        </pc:spChg>
        <pc:spChg chg="mod">
          <ac:chgData name="Joselito Edong" userId="5033f753-8760-4da2-96e0-03dbe94e9b94" providerId="ADAL" clId="{2CC0CBC8-F10D-4312-A6D4-23D71F6A7BBB}" dt="2023-06-21T03:33:33.249" v="333" actId="14100"/>
          <ac:spMkLst>
            <pc:docMk/>
            <pc:sldMk cId="3468065758" sldId="292"/>
            <ac:spMk id="73" creationId="{00000000-0000-0000-0000-000000000000}"/>
          </ac:spMkLst>
        </pc:spChg>
        <pc:picChg chg="add mod">
          <ac:chgData name="Joselito Edong" userId="5033f753-8760-4da2-96e0-03dbe94e9b94" providerId="ADAL" clId="{2CC0CBC8-F10D-4312-A6D4-23D71F6A7BBB}" dt="2023-06-21T03:32:43.825" v="306" actId="1076"/>
          <ac:picMkLst>
            <pc:docMk/>
            <pc:sldMk cId="3468065758" sldId="292"/>
            <ac:picMk id="4" creationId="{A16A685C-C200-BF2A-7A7A-788FC38CB422}"/>
          </ac:picMkLst>
        </pc:picChg>
        <pc:picChg chg="del">
          <ac:chgData name="Joselito Edong" userId="5033f753-8760-4da2-96e0-03dbe94e9b94" providerId="ADAL" clId="{2CC0CBC8-F10D-4312-A6D4-23D71F6A7BBB}" dt="2023-06-21T03:30:37.534" v="301" actId="478"/>
          <ac:picMkLst>
            <pc:docMk/>
            <pc:sldMk cId="3468065758" sldId="292"/>
            <ac:picMk id="5" creationId="{7361D089-A76F-9617-1A18-F1D822C7880C}"/>
          </ac:picMkLst>
        </pc:picChg>
      </pc:sldChg>
      <pc:sldChg chg="del">
        <pc:chgData name="Joselito Edong" userId="5033f753-8760-4da2-96e0-03dbe94e9b94" providerId="ADAL" clId="{2CC0CBC8-F10D-4312-A6D4-23D71F6A7BBB}" dt="2023-06-21T03:33:57.565" v="356" actId="47"/>
        <pc:sldMkLst>
          <pc:docMk/>
          <pc:sldMk cId="1259609479" sldId="294"/>
        </pc:sldMkLst>
      </pc:sldChg>
      <pc:sldChg chg="addSp delSp modSp mod">
        <pc:chgData name="Joselito Edong" userId="5033f753-8760-4da2-96e0-03dbe94e9b94" providerId="ADAL" clId="{2CC0CBC8-F10D-4312-A6D4-23D71F6A7BBB}" dt="2023-06-21T03:36:31.540" v="507" actId="20577"/>
        <pc:sldMkLst>
          <pc:docMk/>
          <pc:sldMk cId="3160095511" sldId="295"/>
        </pc:sldMkLst>
        <pc:spChg chg="del">
          <ac:chgData name="Joselito Edong" userId="5033f753-8760-4da2-96e0-03dbe94e9b94" providerId="ADAL" clId="{2CC0CBC8-F10D-4312-A6D4-23D71F6A7BBB}" dt="2023-06-21T03:33:40.611" v="334" actId="478"/>
          <ac:spMkLst>
            <pc:docMk/>
            <pc:sldMk cId="3160095511" sldId="295"/>
            <ac:spMk id="3" creationId="{C6731099-320F-6024-5402-7B8E566C9328}"/>
          </ac:spMkLst>
        </pc:spChg>
        <pc:spChg chg="mod">
          <ac:chgData name="Joselito Edong" userId="5033f753-8760-4da2-96e0-03dbe94e9b94" providerId="ADAL" clId="{2CC0CBC8-F10D-4312-A6D4-23D71F6A7BBB}" dt="2023-06-21T03:33:54.844" v="355" actId="20577"/>
          <ac:spMkLst>
            <pc:docMk/>
            <pc:sldMk cId="3160095511" sldId="295"/>
            <ac:spMk id="68" creationId="{00000000-0000-0000-0000-000000000000}"/>
          </ac:spMkLst>
        </pc:spChg>
        <pc:spChg chg="mod">
          <ac:chgData name="Joselito Edong" userId="5033f753-8760-4da2-96e0-03dbe94e9b94" providerId="ADAL" clId="{2CC0CBC8-F10D-4312-A6D4-23D71F6A7BBB}" dt="2023-06-21T03:36:31.540" v="507" actId="20577"/>
          <ac:spMkLst>
            <pc:docMk/>
            <pc:sldMk cId="3160095511" sldId="295"/>
            <ac:spMk id="73" creationId="{00000000-0000-0000-0000-000000000000}"/>
          </ac:spMkLst>
        </pc:spChg>
        <pc:picChg chg="add mod">
          <ac:chgData name="Joselito Edong" userId="5033f753-8760-4da2-96e0-03dbe94e9b94" providerId="ADAL" clId="{2CC0CBC8-F10D-4312-A6D4-23D71F6A7BBB}" dt="2023-06-21T03:35:39.929" v="416" actId="14100"/>
          <ac:picMkLst>
            <pc:docMk/>
            <pc:sldMk cId="3160095511" sldId="295"/>
            <ac:picMk id="4" creationId="{A57E102E-8C4D-45BB-BD7A-C0BA0D0FC051}"/>
          </ac:picMkLst>
        </pc:picChg>
        <pc:picChg chg="del">
          <ac:chgData name="Joselito Edong" userId="5033f753-8760-4da2-96e0-03dbe94e9b94" providerId="ADAL" clId="{2CC0CBC8-F10D-4312-A6D4-23D71F6A7BBB}" dt="2023-06-21T03:34:01.464" v="357" actId="478"/>
          <ac:picMkLst>
            <pc:docMk/>
            <pc:sldMk cId="3160095511" sldId="295"/>
            <ac:picMk id="5" creationId="{7DA3D99A-CB9B-1623-50C1-0C23809B4820}"/>
          </ac:picMkLst>
        </pc:picChg>
      </pc:sldChg>
      <pc:sldChg chg="addSp delSp modSp add mod">
        <pc:chgData name="Joselito Edong" userId="5033f753-8760-4da2-96e0-03dbe94e9b94" providerId="ADAL" clId="{2CC0CBC8-F10D-4312-A6D4-23D71F6A7BBB}" dt="2023-06-21T03:39:31.748" v="652" actId="20577"/>
        <pc:sldMkLst>
          <pc:docMk/>
          <pc:sldMk cId="2863992256" sldId="296"/>
        </pc:sldMkLst>
        <pc:spChg chg="mod">
          <ac:chgData name="Joselito Edong" userId="5033f753-8760-4da2-96e0-03dbe94e9b94" providerId="ADAL" clId="{2CC0CBC8-F10D-4312-A6D4-23D71F6A7BBB}" dt="2023-06-21T03:39:31.748" v="652" actId="20577"/>
          <ac:spMkLst>
            <pc:docMk/>
            <pc:sldMk cId="2863992256" sldId="296"/>
            <ac:spMk id="73" creationId="{00000000-0000-0000-0000-000000000000}"/>
          </ac:spMkLst>
        </pc:spChg>
        <pc:picChg chg="add mod">
          <ac:chgData name="Joselito Edong" userId="5033f753-8760-4da2-96e0-03dbe94e9b94" providerId="ADAL" clId="{2CC0CBC8-F10D-4312-A6D4-23D71F6A7BBB}" dt="2023-06-21T03:38:03.274" v="600" actId="1076"/>
          <ac:picMkLst>
            <pc:docMk/>
            <pc:sldMk cId="2863992256" sldId="296"/>
            <ac:picMk id="3" creationId="{1956666D-0273-0155-0896-4723049880B0}"/>
          </ac:picMkLst>
        </pc:picChg>
        <pc:picChg chg="del">
          <ac:chgData name="Joselito Edong" userId="5033f753-8760-4da2-96e0-03dbe94e9b94" providerId="ADAL" clId="{2CC0CBC8-F10D-4312-A6D4-23D71F6A7BBB}" dt="2023-06-21T03:36:48.767" v="509" actId="478"/>
          <ac:picMkLst>
            <pc:docMk/>
            <pc:sldMk cId="2863992256" sldId="296"/>
            <ac:picMk id="4" creationId="{A57E102E-8C4D-45BB-BD7A-C0BA0D0FC05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fb87c9a92b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gfb87c9a92b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3719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7325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3272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590675" y="-430404"/>
            <a:ext cx="6391200" cy="6391200"/>
          </a:xfrm>
          <a:prstGeom prst="chord">
            <a:avLst>
              <a:gd name="adj1" fmla="val 14385217"/>
              <a:gd name="adj2" fmla="val 720831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449540" y="784173"/>
            <a:ext cx="539646" cy="134911"/>
          </a:xfrm>
          <a:custGeom>
            <a:avLst/>
            <a:gdLst/>
            <a:ahLst/>
            <a:cxnLst/>
            <a:rect l="l" t="t" r="r" b="b"/>
            <a:pathLst>
              <a:path w="1079292" h="269823" extrusionOk="0">
                <a:moveTo>
                  <a:pt x="134912" y="0"/>
                </a:moveTo>
                <a:cubicBezTo>
                  <a:pt x="60373" y="0"/>
                  <a:pt x="0" y="60373"/>
                  <a:pt x="0" y="134912"/>
                </a:cubicBezTo>
                <a:cubicBezTo>
                  <a:pt x="0" y="209450"/>
                  <a:pt x="60373" y="269823"/>
                  <a:pt x="134912" y="269823"/>
                </a:cubicBezTo>
                <a:cubicBezTo>
                  <a:pt x="209450" y="269823"/>
                  <a:pt x="269823" y="209450"/>
                  <a:pt x="269823" y="134912"/>
                </a:cubicBezTo>
                <a:cubicBezTo>
                  <a:pt x="269823" y="60373"/>
                  <a:pt x="209450" y="0"/>
                  <a:pt x="134912" y="0"/>
                </a:cubicBezTo>
                <a:close/>
                <a:moveTo>
                  <a:pt x="944381" y="0"/>
                </a:moveTo>
                <a:cubicBezTo>
                  <a:pt x="869842" y="0"/>
                  <a:pt x="809469" y="60373"/>
                  <a:pt x="809469" y="134912"/>
                </a:cubicBezTo>
                <a:cubicBezTo>
                  <a:pt x="809469" y="209450"/>
                  <a:pt x="869842" y="269823"/>
                  <a:pt x="944381" y="269823"/>
                </a:cubicBezTo>
                <a:cubicBezTo>
                  <a:pt x="1018919" y="269823"/>
                  <a:pt x="1079292" y="209450"/>
                  <a:pt x="1079292" y="134912"/>
                </a:cubicBezTo>
                <a:cubicBezTo>
                  <a:pt x="1079292" y="60373"/>
                  <a:pt x="1018919" y="0"/>
                  <a:pt x="944381" y="0"/>
                </a:cubicBezTo>
                <a:close/>
                <a:moveTo>
                  <a:pt x="539646" y="0"/>
                </a:moveTo>
                <a:cubicBezTo>
                  <a:pt x="465107" y="0"/>
                  <a:pt x="404735" y="60373"/>
                  <a:pt x="404735" y="134912"/>
                </a:cubicBezTo>
                <a:cubicBezTo>
                  <a:pt x="404735" y="209450"/>
                  <a:pt x="465107" y="269823"/>
                  <a:pt x="539646" y="269823"/>
                </a:cubicBezTo>
                <a:cubicBezTo>
                  <a:pt x="614185" y="269823"/>
                  <a:pt x="674558" y="209450"/>
                  <a:pt x="674558" y="134912"/>
                </a:cubicBezTo>
                <a:cubicBezTo>
                  <a:pt x="674558" y="60373"/>
                  <a:pt x="614185" y="0"/>
                  <a:pt x="5396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4350" y="1838325"/>
            <a:ext cx="3497400" cy="18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314625" y="4788300"/>
            <a:ext cx="548700" cy="1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buNone/>
              <a:defRPr/>
            </a:lvl1pPr>
            <a:lvl2pPr lvl="1" algn="l">
              <a:buNone/>
              <a:defRPr/>
            </a:lvl2pPr>
            <a:lvl3pPr lvl="2" algn="l">
              <a:buNone/>
              <a:defRPr/>
            </a:lvl3pPr>
            <a:lvl4pPr lvl="3" algn="l">
              <a:buNone/>
              <a:defRPr/>
            </a:lvl4pPr>
            <a:lvl5pPr lvl="4" algn="l">
              <a:buNone/>
              <a:defRPr/>
            </a:lvl5pPr>
            <a:lvl6pPr lvl="5" algn="l">
              <a:buNone/>
              <a:defRPr/>
            </a:lvl6pPr>
            <a:lvl7pPr lvl="6" algn="l">
              <a:buNone/>
              <a:defRPr/>
            </a:lvl7pPr>
            <a:lvl8pPr lvl="7" algn="l">
              <a:buNone/>
              <a:defRPr/>
            </a:lvl8pPr>
            <a:lvl9pPr lvl="8" algn="l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516600" y="514350"/>
            <a:ext cx="6480000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516600" y="1967475"/>
            <a:ext cx="2108700" cy="255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2846689" y="1967475"/>
            <a:ext cx="2108700" cy="255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5176777" y="1967475"/>
            <a:ext cx="2108700" cy="255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376075" y="4749850"/>
            <a:ext cx="548700" cy="18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516600" y="4406300"/>
            <a:ext cx="7772100" cy="30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rtl="0">
              <a:spcBef>
                <a:spcPts val="0"/>
              </a:spcBef>
              <a:spcAft>
                <a:spcPts val="80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376075" y="4749850"/>
            <a:ext cx="548700" cy="18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16600" y="514350"/>
            <a:ext cx="6480000" cy="7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Barlow"/>
              <a:buNone/>
              <a:defRPr sz="4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Barlow"/>
              <a:buNone/>
              <a:defRPr sz="4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Barlow"/>
              <a:buNone/>
              <a:defRPr sz="4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Barlow"/>
              <a:buNone/>
              <a:defRPr sz="4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Barlow"/>
              <a:buNone/>
              <a:defRPr sz="4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Barlow"/>
              <a:buNone/>
              <a:defRPr sz="4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Barlow"/>
              <a:buNone/>
              <a:defRPr sz="4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Barlow"/>
              <a:buNone/>
              <a:defRPr sz="4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Barlow"/>
              <a:buNone/>
              <a:defRPr sz="4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16600" y="1967475"/>
            <a:ext cx="6768900" cy="24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•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○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■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●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○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■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●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○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302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600"/>
              <a:buFont typeface="Barlow"/>
              <a:buChar char="■"/>
              <a:defRPr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76075" y="4749850"/>
            <a:ext cx="548700" cy="1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r" rtl="0">
              <a:buNone/>
              <a:defRPr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r" rtl="0">
              <a:buNone/>
              <a:defRPr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r" rtl="0">
              <a:buNone/>
              <a:defRPr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r" rtl="0">
              <a:buNone/>
              <a:defRPr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r" rtl="0">
              <a:buNone/>
              <a:defRPr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r" rtl="0">
              <a:buNone/>
              <a:defRPr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r" rtl="0">
              <a:buNone/>
              <a:defRPr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r" rtl="0">
              <a:buNone/>
              <a:defRPr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6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ris.depeddavor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ris.depeddavor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ctrTitle"/>
          </p:nvPr>
        </p:nvSpPr>
        <p:spPr>
          <a:xfrm>
            <a:off x="514349" y="1838325"/>
            <a:ext cx="3819757" cy="18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4400" dirty="0">
                <a:solidFill>
                  <a:schemeClr val="bg1"/>
                </a:solidFill>
              </a:rPr>
              <a:t>HRIS Applicant’s Module</a:t>
            </a:r>
            <a:endParaRPr sz="4400" dirty="0">
              <a:solidFill>
                <a:schemeClr val="bg1"/>
              </a:solidFill>
            </a:endParaRPr>
          </a:p>
        </p:txBody>
      </p:sp>
      <p:sp>
        <p:nvSpPr>
          <p:cNvPr id="60" name="Google Shape;60;p12"/>
          <p:cNvSpPr txBox="1"/>
          <p:nvPr/>
        </p:nvSpPr>
        <p:spPr>
          <a:xfrm>
            <a:off x="314628" y="4788300"/>
            <a:ext cx="399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01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62" name="Google Shape;62;p12"/>
          <p:cNvSpPr/>
          <p:nvPr/>
        </p:nvSpPr>
        <p:spPr>
          <a:xfrm>
            <a:off x="5133805" y="3409950"/>
            <a:ext cx="1219200" cy="1219196"/>
          </a:xfrm>
          <a:custGeom>
            <a:avLst/>
            <a:gdLst/>
            <a:ahLst/>
            <a:cxnLst/>
            <a:rect l="l" t="t" r="r" b="b"/>
            <a:pathLst>
              <a:path w="2438400" h="2438393" extrusionOk="0">
                <a:moveTo>
                  <a:pt x="2438400" y="1085807"/>
                </a:moveTo>
                <a:lnTo>
                  <a:pt x="2438400" y="1085807"/>
                </a:lnTo>
                <a:lnTo>
                  <a:pt x="2438400" y="0"/>
                </a:lnTo>
                <a:lnTo>
                  <a:pt x="2438400" y="0"/>
                </a:lnTo>
                <a:cubicBezTo>
                  <a:pt x="1091702" y="0"/>
                  <a:pt x="0" y="1091696"/>
                  <a:pt x="0" y="2438394"/>
                </a:cubicBezTo>
                <a:lnTo>
                  <a:pt x="1085820" y="2438394"/>
                </a:lnTo>
                <a:cubicBezTo>
                  <a:pt x="1085820" y="1691384"/>
                  <a:pt x="1691396" y="1085807"/>
                  <a:pt x="2438400" y="108580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2"/>
          <p:cNvSpPr/>
          <p:nvPr/>
        </p:nvSpPr>
        <p:spPr>
          <a:xfrm>
            <a:off x="7441602" y="1384379"/>
            <a:ext cx="1400232" cy="700707"/>
          </a:xfrm>
          <a:custGeom>
            <a:avLst/>
            <a:gdLst/>
            <a:ahLst/>
            <a:cxnLst/>
            <a:rect l="l" t="t" r="r" b="b"/>
            <a:pathLst>
              <a:path w="2800464" h="1401415" extrusionOk="0">
                <a:moveTo>
                  <a:pt x="2800465" y="0"/>
                </a:moveTo>
                <a:cubicBezTo>
                  <a:pt x="2800465" y="774093"/>
                  <a:pt x="2173142" y="1401416"/>
                  <a:pt x="1399049" y="1401416"/>
                </a:cubicBezTo>
                <a:cubicBezTo>
                  <a:pt x="624956" y="1401416"/>
                  <a:pt x="0" y="774093"/>
                  <a:pt x="0" y="0"/>
                </a:cubicBezTo>
                <a:lnTo>
                  <a:pt x="280046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9EEE75-F485-A068-A4D7-1FB2DC549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305" y="456991"/>
            <a:ext cx="4343400" cy="41721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516600" y="514350"/>
            <a:ext cx="6480000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70C0"/>
                </a:solidFill>
              </a:rPr>
              <a:t>Step 1: </a:t>
            </a:r>
            <a:r>
              <a:rPr lang="en" dirty="0"/>
              <a:t>Create an Account</a:t>
            </a:r>
            <a:endParaRPr dirty="0"/>
          </a:p>
        </p:txBody>
      </p:sp>
      <p:sp>
        <p:nvSpPr>
          <p:cNvPr id="69" name="Google Shape;69;p13"/>
          <p:cNvSpPr txBox="1">
            <a:spLocks noGrp="1"/>
          </p:cNvSpPr>
          <p:nvPr>
            <p:ph type="sldNum" idx="12"/>
          </p:nvPr>
        </p:nvSpPr>
        <p:spPr>
          <a:xfrm>
            <a:off x="8376075" y="4749850"/>
            <a:ext cx="548700" cy="18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2"/>
          </p:nvPr>
        </p:nvSpPr>
        <p:spPr>
          <a:xfrm>
            <a:off x="516600" y="1519875"/>
            <a:ext cx="4323029" cy="28862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 dirty="0"/>
              <a:t>Using your browser, visit </a:t>
            </a:r>
            <a:r>
              <a:rPr lang="en-US" sz="1800" dirty="0">
                <a:hlinkClick r:id="rId3"/>
              </a:rPr>
              <a:t>https://hris.depeddavor.com</a:t>
            </a:r>
            <a:endParaRPr lang="en-US" sz="1800" dirty="0"/>
          </a:p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 dirty="0"/>
              <a:t> 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 dirty="0"/>
              <a:t>Click </a:t>
            </a:r>
          </a:p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lang="en-US" sz="18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 dirty="0"/>
              <a:t>Check your email for the login credentials.</a:t>
            </a:r>
          </a:p>
        </p:txBody>
      </p:sp>
      <p:sp>
        <p:nvSpPr>
          <p:cNvPr id="74" name="Google Shape;74;p13"/>
          <p:cNvSpPr/>
          <p:nvPr/>
        </p:nvSpPr>
        <p:spPr>
          <a:xfrm>
            <a:off x="7154881" y="733894"/>
            <a:ext cx="1137488" cy="1137486"/>
          </a:xfrm>
          <a:custGeom>
            <a:avLst/>
            <a:gdLst/>
            <a:ahLst/>
            <a:cxnLst/>
            <a:rect l="l" t="t" r="r" b="b"/>
            <a:pathLst>
              <a:path w="2274977" h="2274971" extrusionOk="0">
                <a:moveTo>
                  <a:pt x="2274977" y="1013036"/>
                </a:moveTo>
                <a:lnTo>
                  <a:pt x="2274977" y="1013036"/>
                </a:lnTo>
                <a:lnTo>
                  <a:pt x="2274977" y="0"/>
                </a:lnTo>
                <a:lnTo>
                  <a:pt x="2274977" y="0"/>
                </a:lnTo>
                <a:cubicBezTo>
                  <a:pt x="1018536" y="0"/>
                  <a:pt x="0" y="1018530"/>
                  <a:pt x="0" y="2274971"/>
                </a:cubicBezTo>
                <a:lnTo>
                  <a:pt x="1013047" y="2274971"/>
                </a:lnTo>
                <a:cubicBezTo>
                  <a:pt x="1013047" y="1578027"/>
                  <a:pt x="1578038" y="1013036"/>
                  <a:pt x="2274977" y="10130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6477000" y="1123749"/>
            <a:ext cx="1106170" cy="276543"/>
          </a:xfrm>
          <a:custGeom>
            <a:avLst/>
            <a:gdLst/>
            <a:ahLst/>
            <a:cxnLst/>
            <a:rect l="l" t="t" r="r" b="b"/>
            <a:pathLst>
              <a:path w="2212339" h="553085" extrusionOk="0">
                <a:moveTo>
                  <a:pt x="276542" y="0"/>
                </a:moveTo>
                <a:cubicBezTo>
                  <a:pt x="123753" y="0"/>
                  <a:pt x="0" y="123753"/>
                  <a:pt x="0" y="276543"/>
                </a:cubicBezTo>
                <a:cubicBezTo>
                  <a:pt x="0" y="429332"/>
                  <a:pt x="123753" y="553085"/>
                  <a:pt x="276542" y="553085"/>
                </a:cubicBezTo>
                <a:cubicBezTo>
                  <a:pt x="429332" y="553085"/>
                  <a:pt x="553085" y="429332"/>
                  <a:pt x="553085" y="276543"/>
                </a:cubicBezTo>
                <a:cubicBezTo>
                  <a:pt x="553085" y="123753"/>
                  <a:pt x="429332" y="0"/>
                  <a:pt x="276542" y="0"/>
                </a:cubicBezTo>
                <a:close/>
                <a:moveTo>
                  <a:pt x="1935797" y="0"/>
                </a:moveTo>
                <a:cubicBezTo>
                  <a:pt x="1783007" y="0"/>
                  <a:pt x="1659254" y="123753"/>
                  <a:pt x="1659254" y="276543"/>
                </a:cubicBezTo>
                <a:cubicBezTo>
                  <a:pt x="1659254" y="429332"/>
                  <a:pt x="1783007" y="553085"/>
                  <a:pt x="1935797" y="553085"/>
                </a:cubicBezTo>
                <a:cubicBezTo>
                  <a:pt x="2088586" y="553085"/>
                  <a:pt x="2212339" y="429332"/>
                  <a:pt x="2212339" y="276543"/>
                </a:cubicBezTo>
                <a:cubicBezTo>
                  <a:pt x="2212339" y="123753"/>
                  <a:pt x="2088586" y="0"/>
                  <a:pt x="1935797" y="0"/>
                </a:cubicBezTo>
                <a:close/>
                <a:moveTo>
                  <a:pt x="1106170" y="0"/>
                </a:moveTo>
                <a:cubicBezTo>
                  <a:pt x="953380" y="0"/>
                  <a:pt x="829627" y="123753"/>
                  <a:pt x="829627" y="276543"/>
                </a:cubicBezTo>
                <a:cubicBezTo>
                  <a:pt x="829627" y="429332"/>
                  <a:pt x="953380" y="553085"/>
                  <a:pt x="1106170" y="553085"/>
                </a:cubicBezTo>
                <a:cubicBezTo>
                  <a:pt x="1258959" y="553085"/>
                  <a:pt x="1382712" y="429332"/>
                  <a:pt x="1382712" y="276543"/>
                </a:cubicBezTo>
                <a:cubicBezTo>
                  <a:pt x="1382712" y="123753"/>
                  <a:pt x="1258959" y="0"/>
                  <a:pt x="11061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7D3F14-9670-89BC-312B-49118265C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8926" y="2632665"/>
            <a:ext cx="2238375" cy="371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9219A3-1366-17BD-B9A8-2168D2A457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5224" y="1519875"/>
            <a:ext cx="5183551" cy="24338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516600" y="514350"/>
            <a:ext cx="6480000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70C0"/>
                </a:solidFill>
              </a:rPr>
              <a:t>Step 2: </a:t>
            </a:r>
            <a:r>
              <a:rPr lang="en" dirty="0"/>
              <a:t>Update Your Profile</a:t>
            </a:r>
            <a:endParaRPr dirty="0"/>
          </a:p>
        </p:txBody>
      </p:sp>
      <p:sp>
        <p:nvSpPr>
          <p:cNvPr id="69" name="Google Shape;69;p13"/>
          <p:cNvSpPr txBox="1">
            <a:spLocks noGrp="1"/>
          </p:cNvSpPr>
          <p:nvPr>
            <p:ph type="sldNum" idx="12"/>
          </p:nvPr>
        </p:nvSpPr>
        <p:spPr>
          <a:xfrm>
            <a:off x="8376075" y="4749850"/>
            <a:ext cx="548700" cy="18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2"/>
          </p:nvPr>
        </p:nvSpPr>
        <p:spPr>
          <a:xfrm>
            <a:off x="445163" y="1123749"/>
            <a:ext cx="6648582" cy="74763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 dirty="0"/>
              <a:t>Login to the </a:t>
            </a:r>
            <a:r>
              <a:rPr lang="en-US" sz="1800" dirty="0">
                <a:hlinkClick r:id="rId3"/>
              </a:rPr>
              <a:t>https://hris.depeddavor.com</a:t>
            </a:r>
            <a:r>
              <a:rPr lang="en-US" sz="1800" dirty="0"/>
              <a:t> using the credentials sent via registered email.  Click </a:t>
            </a:r>
            <a:r>
              <a:rPr lang="en-US" sz="1800" b="1" dirty="0"/>
              <a:t>Edit Profile</a:t>
            </a:r>
            <a:r>
              <a:rPr lang="en-US" sz="1800" dirty="0"/>
              <a:t>.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endParaRPr lang="en-US" sz="1800" dirty="0"/>
          </a:p>
        </p:txBody>
      </p:sp>
      <p:sp>
        <p:nvSpPr>
          <p:cNvPr id="74" name="Google Shape;74;p13"/>
          <p:cNvSpPr/>
          <p:nvPr/>
        </p:nvSpPr>
        <p:spPr>
          <a:xfrm>
            <a:off x="7154881" y="733894"/>
            <a:ext cx="1137488" cy="1137486"/>
          </a:xfrm>
          <a:custGeom>
            <a:avLst/>
            <a:gdLst/>
            <a:ahLst/>
            <a:cxnLst/>
            <a:rect l="l" t="t" r="r" b="b"/>
            <a:pathLst>
              <a:path w="2274977" h="2274971" extrusionOk="0">
                <a:moveTo>
                  <a:pt x="2274977" y="1013036"/>
                </a:moveTo>
                <a:lnTo>
                  <a:pt x="2274977" y="1013036"/>
                </a:lnTo>
                <a:lnTo>
                  <a:pt x="2274977" y="0"/>
                </a:lnTo>
                <a:lnTo>
                  <a:pt x="2274977" y="0"/>
                </a:lnTo>
                <a:cubicBezTo>
                  <a:pt x="1018536" y="0"/>
                  <a:pt x="0" y="1018530"/>
                  <a:pt x="0" y="2274971"/>
                </a:cubicBezTo>
                <a:lnTo>
                  <a:pt x="1013047" y="2274971"/>
                </a:lnTo>
                <a:cubicBezTo>
                  <a:pt x="1013047" y="1578027"/>
                  <a:pt x="1578038" y="1013036"/>
                  <a:pt x="2274977" y="10130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6477000" y="1123749"/>
            <a:ext cx="1106170" cy="276543"/>
          </a:xfrm>
          <a:custGeom>
            <a:avLst/>
            <a:gdLst/>
            <a:ahLst/>
            <a:cxnLst/>
            <a:rect l="l" t="t" r="r" b="b"/>
            <a:pathLst>
              <a:path w="2212339" h="553085" extrusionOk="0">
                <a:moveTo>
                  <a:pt x="276542" y="0"/>
                </a:moveTo>
                <a:cubicBezTo>
                  <a:pt x="123753" y="0"/>
                  <a:pt x="0" y="123753"/>
                  <a:pt x="0" y="276543"/>
                </a:cubicBezTo>
                <a:cubicBezTo>
                  <a:pt x="0" y="429332"/>
                  <a:pt x="123753" y="553085"/>
                  <a:pt x="276542" y="553085"/>
                </a:cubicBezTo>
                <a:cubicBezTo>
                  <a:pt x="429332" y="553085"/>
                  <a:pt x="553085" y="429332"/>
                  <a:pt x="553085" y="276543"/>
                </a:cubicBezTo>
                <a:cubicBezTo>
                  <a:pt x="553085" y="123753"/>
                  <a:pt x="429332" y="0"/>
                  <a:pt x="276542" y="0"/>
                </a:cubicBezTo>
                <a:close/>
                <a:moveTo>
                  <a:pt x="1935797" y="0"/>
                </a:moveTo>
                <a:cubicBezTo>
                  <a:pt x="1783007" y="0"/>
                  <a:pt x="1659254" y="123753"/>
                  <a:pt x="1659254" y="276543"/>
                </a:cubicBezTo>
                <a:cubicBezTo>
                  <a:pt x="1659254" y="429332"/>
                  <a:pt x="1783007" y="553085"/>
                  <a:pt x="1935797" y="553085"/>
                </a:cubicBezTo>
                <a:cubicBezTo>
                  <a:pt x="2088586" y="553085"/>
                  <a:pt x="2212339" y="429332"/>
                  <a:pt x="2212339" y="276543"/>
                </a:cubicBezTo>
                <a:cubicBezTo>
                  <a:pt x="2212339" y="123753"/>
                  <a:pt x="2088586" y="0"/>
                  <a:pt x="1935797" y="0"/>
                </a:cubicBezTo>
                <a:close/>
                <a:moveTo>
                  <a:pt x="1106170" y="0"/>
                </a:moveTo>
                <a:cubicBezTo>
                  <a:pt x="953380" y="0"/>
                  <a:pt x="829627" y="123753"/>
                  <a:pt x="829627" y="276543"/>
                </a:cubicBezTo>
                <a:cubicBezTo>
                  <a:pt x="829627" y="429332"/>
                  <a:pt x="953380" y="553085"/>
                  <a:pt x="1106170" y="553085"/>
                </a:cubicBezTo>
                <a:cubicBezTo>
                  <a:pt x="1258959" y="553085"/>
                  <a:pt x="1382712" y="429332"/>
                  <a:pt x="1382712" y="276543"/>
                </a:cubicBezTo>
                <a:cubicBezTo>
                  <a:pt x="1382712" y="123753"/>
                  <a:pt x="1258959" y="0"/>
                  <a:pt x="11061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6A685C-C200-BF2A-7A7A-788FC38CB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71380"/>
            <a:ext cx="9144000" cy="410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065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516600" y="514350"/>
            <a:ext cx="8334506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70C0"/>
                </a:solidFill>
              </a:rPr>
              <a:t>Step 3: </a:t>
            </a:r>
            <a:r>
              <a:rPr lang="en" dirty="0"/>
              <a:t>Submit an Application</a:t>
            </a:r>
            <a:endParaRPr dirty="0"/>
          </a:p>
        </p:txBody>
      </p:sp>
      <p:sp>
        <p:nvSpPr>
          <p:cNvPr id="69" name="Google Shape;69;p13"/>
          <p:cNvSpPr txBox="1">
            <a:spLocks noGrp="1"/>
          </p:cNvSpPr>
          <p:nvPr>
            <p:ph type="sldNum" idx="12"/>
          </p:nvPr>
        </p:nvSpPr>
        <p:spPr>
          <a:xfrm>
            <a:off x="8376075" y="4749850"/>
            <a:ext cx="548700" cy="18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2"/>
          </p:nvPr>
        </p:nvSpPr>
        <p:spPr>
          <a:xfrm>
            <a:off x="516600" y="1519875"/>
            <a:ext cx="8408175" cy="61394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 dirty="0"/>
              <a:t>From the</a:t>
            </a:r>
            <a:r>
              <a:rPr lang="en-US" sz="1800" b="1" dirty="0"/>
              <a:t> Recruitment </a:t>
            </a:r>
            <a:r>
              <a:rPr lang="en-US" sz="1800" dirty="0"/>
              <a:t>menu, click </a:t>
            </a:r>
            <a:r>
              <a:rPr lang="en-US" sz="1800" b="1" dirty="0"/>
              <a:t>Job Vacancies</a:t>
            </a:r>
            <a:r>
              <a:rPr lang="en-US" sz="1800" dirty="0"/>
              <a:t>.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endParaRPr lang="en-US" sz="18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endParaRPr lang="en-US" sz="18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endParaRPr lang="en-US" sz="18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endParaRPr lang="en-US" sz="18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endParaRPr lang="en-US" sz="18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endParaRPr lang="en-US" sz="18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 dirty="0"/>
              <a:t>Click the </a:t>
            </a:r>
            <a:r>
              <a:rPr lang="en-US" sz="1800" b="1" dirty="0"/>
              <a:t>Apply</a:t>
            </a:r>
            <a:r>
              <a:rPr lang="en-US" sz="1800" dirty="0"/>
              <a:t> button for the Job Title you intend to apply.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endParaRPr lang="en-US" sz="1800" dirty="0"/>
          </a:p>
        </p:txBody>
      </p:sp>
      <p:sp>
        <p:nvSpPr>
          <p:cNvPr id="74" name="Google Shape;74;p13"/>
          <p:cNvSpPr/>
          <p:nvPr/>
        </p:nvSpPr>
        <p:spPr>
          <a:xfrm>
            <a:off x="7154881" y="733894"/>
            <a:ext cx="1137488" cy="1137486"/>
          </a:xfrm>
          <a:custGeom>
            <a:avLst/>
            <a:gdLst/>
            <a:ahLst/>
            <a:cxnLst/>
            <a:rect l="l" t="t" r="r" b="b"/>
            <a:pathLst>
              <a:path w="2274977" h="2274971" extrusionOk="0">
                <a:moveTo>
                  <a:pt x="2274977" y="1013036"/>
                </a:moveTo>
                <a:lnTo>
                  <a:pt x="2274977" y="1013036"/>
                </a:lnTo>
                <a:lnTo>
                  <a:pt x="2274977" y="0"/>
                </a:lnTo>
                <a:lnTo>
                  <a:pt x="2274977" y="0"/>
                </a:lnTo>
                <a:cubicBezTo>
                  <a:pt x="1018536" y="0"/>
                  <a:pt x="0" y="1018530"/>
                  <a:pt x="0" y="2274971"/>
                </a:cubicBezTo>
                <a:lnTo>
                  <a:pt x="1013047" y="2274971"/>
                </a:lnTo>
                <a:cubicBezTo>
                  <a:pt x="1013047" y="1578027"/>
                  <a:pt x="1578038" y="1013036"/>
                  <a:pt x="2274977" y="10130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6477000" y="1123749"/>
            <a:ext cx="1106170" cy="276543"/>
          </a:xfrm>
          <a:custGeom>
            <a:avLst/>
            <a:gdLst/>
            <a:ahLst/>
            <a:cxnLst/>
            <a:rect l="l" t="t" r="r" b="b"/>
            <a:pathLst>
              <a:path w="2212339" h="553085" extrusionOk="0">
                <a:moveTo>
                  <a:pt x="276542" y="0"/>
                </a:moveTo>
                <a:cubicBezTo>
                  <a:pt x="123753" y="0"/>
                  <a:pt x="0" y="123753"/>
                  <a:pt x="0" y="276543"/>
                </a:cubicBezTo>
                <a:cubicBezTo>
                  <a:pt x="0" y="429332"/>
                  <a:pt x="123753" y="553085"/>
                  <a:pt x="276542" y="553085"/>
                </a:cubicBezTo>
                <a:cubicBezTo>
                  <a:pt x="429332" y="553085"/>
                  <a:pt x="553085" y="429332"/>
                  <a:pt x="553085" y="276543"/>
                </a:cubicBezTo>
                <a:cubicBezTo>
                  <a:pt x="553085" y="123753"/>
                  <a:pt x="429332" y="0"/>
                  <a:pt x="276542" y="0"/>
                </a:cubicBezTo>
                <a:close/>
                <a:moveTo>
                  <a:pt x="1935797" y="0"/>
                </a:moveTo>
                <a:cubicBezTo>
                  <a:pt x="1783007" y="0"/>
                  <a:pt x="1659254" y="123753"/>
                  <a:pt x="1659254" y="276543"/>
                </a:cubicBezTo>
                <a:cubicBezTo>
                  <a:pt x="1659254" y="429332"/>
                  <a:pt x="1783007" y="553085"/>
                  <a:pt x="1935797" y="553085"/>
                </a:cubicBezTo>
                <a:cubicBezTo>
                  <a:pt x="2088586" y="553085"/>
                  <a:pt x="2212339" y="429332"/>
                  <a:pt x="2212339" y="276543"/>
                </a:cubicBezTo>
                <a:cubicBezTo>
                  <a:pt x="2212339" y="123753"/>
                  <a:pt x="2088586" y="0"/>
                  <a:pt x="1935797" y="0"/>
                </a:cubicBezTo>
                <a:close/>
                <a:moveTo>
                  <a:pt x="1106170" y="0"/>
                </a:moveTo>
                <a:cubicBezTo>
                  <a:pt x="953380" y="0"/>
                  <a:pt x="829627" y="123753"/>
                  <a:pt x="829627" y="276543"/>
                </a:cubicBezTo>
                <a:cubicBezTo>
                  <a:pt x="829627" y="429332"/>
                  <a:pt x="953380" y="553085"/>
                  <a:pt x="1106170" y="553085"/>
                </a:cubicBezTo>
                <a:cubicBezTo>
                  <a:pt x="1258959" y="553085"/>
                  <a:pt x="1382712" y="429332"/>
                  <a:pt x="1382712" y="276543"/>
                </a:cubicBezTo>
                <a:cubicBezTo>
                  <a:pt x="1382712" y="123753"/>
                  <a:pt x="1258959" y="0"/>
                  <a:pt x="11061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7E102E-8C4D-45BB-BD7A-C0BA0D0FC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921" y="2051298"/>
            <a:ext cx="5784924" cy="211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095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516600" y="514350"/>
            <a:ext cx="8334506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70C0"/>
                </a:solidFill>
              </a:rPr>
              <a:t>Step 3: </a:t>
            </a:r>
            <a:r>
              <a:rPr lang="en" dirty="0"/>
              <a:t>Submit an Application</a:t>
            </a:r>
            <a:endParaRPr dirty="0"/>
          </a:p>
        </p:txBody>
      </p:sp>
      <p:sp>
        <p:nvSpPr>
          <p:cNvPr id="69" name="Google Shape;69;p13"/>
          <p:cNvSpPr txBox="1">
            <a:spLocks noGrp="1"/>
          </p:cNvSpPr>
          <p:nvPr>
            <p:ph type="sldNum" idx="12"/>
          </p:nvPr>
        </p:nvSpPr>
        <p:spPr>
          <a:xfrm>
            <a:off x="8376075" y="4749850"/>
            <a:ext cx="548700" cy="18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2"/>
          </p:nvPr>
        </p:nvSpPr>
        <p:spPr>
          <a:xfrm>
            <a:off x="516601" y="1519875"/>
            <a:ext cx="6512850" cy="61394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 dirty="0"/>
              <a:t>Attach the link of the uploaded scan copy of your application documents.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endParaRPr lang="en-US" sz="18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endParaRPr lang="en-US" sz="18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endParaRPr lang="en-US" sz="18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endParaRPr lang="en-US" sz="18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endParaRPr lang="en-US" sz="18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 dirty="0"/>
              <a:t>Click the </a:t>
            </a:r>
            <a:r>
              <a:rPr lang="en-US" sz="1800" b="1" dirty="0"/>
              <a:t>Submit</a:t>
            </a:r>
            <a:r>
              <a:rPr lang="en-US" sz="1800" dirty="0"/>
              <a:t> button.</a:t>
            </a:r>
          </a:p>
        </p:txBody>
      </p:sp>
      <p:sp>
        <p:nvSpPr>
          <p:cNvPr id="74" name="Google Shape;74;p13"/>
          <p:cNvSpPr/>
          <p:nvPr/>
        </p:nvSpPr>
        <p:spPr>
          <a:xfrm>
            <a:off x="7154881" y="733894"/>
            <a:ext cx="1137488" cy="1137486"/>
          </a:xfrm>
          <a:custGeom>
            <a:avLst/>
            <a:gdLst/>
            <a:ahLst/>
            <a:cxnLst/>
            <a:rect l="l" t="t" r="r" b="b"/>
            <a:pathLst>
              <a:path w="2274977" h="2274971" extrusionOk="0">
                <a:moveTo>
                  <a:pt x="2274977" y="1013036"/>
                </a:moveTo>
                <a:lnTo>
                  <a:pt x="2274977" y="1013036"/>
                </a:lnTo>
                <a:lnTo>
                  <a:pt x="2274977" y="0"/>
                </a:lnTo>
                <a:lnTo>
                  <a:pt x="2274977" y="0"/>
                </a:lnTo>
                <a:cubicBezTo>
                  <a:pt x="1018536" y="0"/>
                  <a:pt x="0" y="1018530"/>
                  <a:pt x="0" y="2274971"/>
                </a:cubicBezTo>
                <a:lnTo>
                  <a:pt x="1013047" y="2274971"/>
                </a:lnTo>
                <a:cubicBezTo>
                  <a:pt x="1013047" y="1578027"/>
                  <a:pt x="1578038" y="1013036"/>
                  <a:pt x="2274977" y="10130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6477000" y="1123749"/>
            <a:ext cx="1106170" cy="276543"/>
          </a:xfrm>
          <a:custGeom>
            <a:avLst/>
            <a:gdLst/>
            <a:ahLst/>
            <a:cxnLst/>
            <a:rect l="l" t="t" r="r" b="b"/>
            <a:pathLst>
              <a:path w="2212339" h="553085" extrusionOk="0">
                <a:moveTo>
                  <a:pt x="276542" y="0"/>
                </a:moveTo>
                <a:cubicBezTo>
                  <a:pt x="123753" y="0"/>
                  <a:pt x="0" y="123753"/>
                  <a:pt x="0" y="276543"/>
                </a:cubicBezTo>
                <a:cubicBezTo>
                  <a:pt x="0" y="429332"/>
                  <a:pt x="123753" y="553085"/>
                  <a:pt x="276542" y="553085"/>
                </a:cubicBezTo>
                <a:cubicBezTo>
                  <a:pt x="429332" y="553085"/>
                  <a:pt x="553085" y="429332"/>
                  <a:pt x="553085" y="276543"/>
                </a:cubicBezTo>
                <a:cubicBezTo>
                  <a:pt x="553085" y="123753"/>
                  <a:pt x="429332" y="0"/>
                  <a:pt x="276542" y="0"/>
                </a:cubicBezTo>
                <a:close/>
                <a:moveTo>
                  <a:pt x="1935797" y="0"/>
                </a:moveTo>
                <a:cubicBezTo>
                  <a:pt x="1783007" y="0"/>
                  <a:pt x="1659254" y="123753"/>
                  <a:pt x="1659254" y="276543"/>
                </a:cubicBezTo>
                <a:cubicBezTo>
                  <a:pt x="1659254" y="429332"/>
                  <a:pt x="1783007" y="553085"/>
                  <a:pt x="1935797" y="553085"/>
                </a:cubicBezTo>
                <a:cubicBezTo>
                  <a:pt x="2088586" y="553085"/>
                  <a:pt x="2212339" y="429332"/>
                  <a:pt x="2212339" y="276543"/>
                </a:cubicBezTo>
                <a:cubicBezTo>
                  <a:pt x="2212339" y="123753"/>
                  <a:pt x="2088586" y="0"/>
                  <a:pt x="1935797" y="0"/>
                </a:cubicBezTo>
                <a:close/>
                <a:moveTo>
                  <a:pt x="1106170" y="0"/>
                </a:moveTo>
                <a:cubicBezTo>
                  <a:pt x="953380" y="0"/>
                  <a:pt x="829627" y="123753"/>
                  <a:pt x="829627" y="276543"/>
                </a:cubicBezTo>
                <a:cubicBezTo>
                  <a:pt x="829627" y="429332"/>
                  <a:pt x="953380" y="553085"/>
                  <a:pt x="1106170" y="553085"/>
                </a:cubicBezTo>
                <a:cubicBezTo>
                  <a:pt x="1258959" y="553085"/>
                  <a:pt x="1382712" y="429332"/>
                  <a:pt x="1382712" y="276543"/>
                </a:cubicBezTo>
                <a:cubicBezTo>
                  <a:pt x="1382712" y="123753"/>
                  <a:pt x="1258959" y="0"/>
                  <a:pt x="11061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56666D-0273-0155-0896-472304988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45" y="2333866"/>
            <a:ext cx="7304310" cy="187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92256"/>
      </p:ext>
    </p:extLst>
  </p:cSld>
  <p:clrMapOvr>
    <a:masterClrMapping/>
  </p:clrMapOvr>
</p:sld>
</file>

<file path=ppt/theme/theme1.xml><?xml version="1.0" encoding="utf-8"?>
<a:theme xmlns:a="http://schemas.openxmlformats.org/drawingml/2006/main" name="Business Geometric Template">
  <a:themeElements>
    <a:clrScheme name="Custom 347">
      <a:dk1>
        <a:srgbClr val="363739"/>
      </a:dk1>
      <a:lt1>
        <a:srgbClr val="FFFFFF"/>
      </a:lt1>
      <a:dk2>
        <a:srgbClr val="888888"/>
      </a:dk2>
      <a:lt2>
        <a:srgbClr val="F5F5EF"/>
      </a:lt2>
      <a:accent1>
        <a:srgbClr val="EFBC49"/>
      </a:accent1>
      <a:accent2>
        <a:srgbClr val="D8A530"/>
      </a:accent2>
      <a:accent3>
        <a:srgbClr val="AB8540"/>
      </a:accent3>
      <a:accent4>
        <a:srgbClr val="494F56"/>
      </a:accent4>
      <a:accent5>
        <a:srgbClr val="888888"/>
      </a:accent5>
      <a:accent6>
        <a:srgbClr val="B1B1B2"/>
      </a:accent6>
      <a:hlink>
        <a:srgbClr val="36373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116</Words>
  <Application>Microsoft Office PowerPoint</Application>
  <PresentationFormat>On-screen Show (16:9)</PresentationFormat>
  <Paragraphs>31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Barlow</vt:lpstr>
      <vt:lpstr>Arial</vt:lpstr>
      <vt:lpstr>Calibri</vt:lpstr>
      <vt:lpstr>Business Geometric Template</vt:lpstr>
      <vt:lpstr>HRIS Applicant’s Module</vt:lpstr>
      <vt:lpstr>Step 1: Create an Account</vt:lpstr>
      <vt:lpstr>Step 2: Update Your Profile</vt:lpstr>
      <vt:lpstr>Step 3: Submit an Application</vt:lpstr>
      <vt:lpstr>Step 3: Submit an Application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SRMS</dc:title>
  <dc:creator>Nitro 5</dc:creator>
  <cp:lastModifiedBy>Joselito Edong</cp:lastModifiedBy>
  <cp:revision>33</cp:revision>
  <dcterms:modified xsi:type="dcterms:W3CDTF">2023-06-21T03:39:35Z</dcterms:modified>
</cp:coreProperties>
</file>